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27 Oct 2026 09:51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11R / 18A / 17G   |   56.5% above 200DMA   |   Portfolio Rs 1,893,325 (+9.8%)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TCS.NS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+24.0%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^CNXIT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+16.5%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INFY.NS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+16.1%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+13.2%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+11.6%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SOL-USD · 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-14.8%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-13.5%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-9.8%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-8.5%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GOOGL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-7.9%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80,005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761,445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190,395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+33.3%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383,479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164,577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+75.2%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327,316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151,243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+85.9%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164,462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-178,168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1,154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92,304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-17.6%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2,530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63,250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-26,750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-29.7%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59,500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-63,000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693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41,568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-49,632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-54.4%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1,893,325 | P&amp;L Rs 168,969 (+9.8%) | Sharpe 0.61 | Vol 17.08% | VaR95 -1.63%/day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