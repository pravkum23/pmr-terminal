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Monday, 10 Aug 2026 08:04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Market tone: MIXED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14R / 12A / 20G   |   60.9% above 200DMA   |   Portfolio Rs 1,771,028 (+2.7%)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NVDA · 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+11.6%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+11.0%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Gold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GC=F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+8.7%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MSFT ·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+7.6%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XLK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+7.2%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-6.9%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XLE · AMBER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-3.4%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HDFC Bank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HDFCBANK.NS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-2.3%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USD/JPY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JPY=X · AMBER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-1.5%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-0.9%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4450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Financials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Dow Jones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Russell 2000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Amazon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93%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DAX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64,856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617,411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46,223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+8.1%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-0.1%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4,400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418,843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199,887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+91.3%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298,284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122,168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+69.4%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170,564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-172,148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-50.2%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1,175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94,008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-17,992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-16.1%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1,335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66,740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-55,760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-45.5%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61,317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-28,683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-31.9%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731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43,860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-47,340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-51.9%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1,771,028 | P&amp;L Rs 46,355 (+2.7%) | Sharpe -0.24 | Vol 17.75% | VaR95 -1.8%/day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