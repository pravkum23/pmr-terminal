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16 Oct 2026 09:01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17A / 18G   |   56.5% above 200DMA   |   Portfolio Rs 1,922,805 (+11.5%)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+10.9%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+6.2%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82,265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782,757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211,850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+37.1%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397,361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178,513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325,417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149,388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165,358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-177,187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88,800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-23,200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60,750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-61,750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58,750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-31,250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1,922,805 | P&amp;L Rs 198,775 (+11.5%) | Sharpe 0.48 | Vol 17.38% | VaR95 -1.67%/day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