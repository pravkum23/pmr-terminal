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10 Sep 2026 08:53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13R / 16A / 17G   |   58.7% above 200DMA   |   Portfolio Rs 1,876,583 (+9.1%)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+5.8%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HG=F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+4.0%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+2.5%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+2.2%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-8.7%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-8.0%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ICICIBANK.NS · GREEN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-4.5%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-4.2%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0836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94.82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78,164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741,175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172,237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+30.3%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4,441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421,147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203,054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+93.1%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299,849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124,427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+70.9%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171,235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-170,128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82,800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-29,200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-26.1%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1,279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63,950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-58,550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-47.8%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2,208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55,200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-34,800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-38.7%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687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41,226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-49,974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-54.8%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1,876,583 | P&amp;L Rs 157,067 (+9.1%) | Sharpe 0.02 | Vol 19.65%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