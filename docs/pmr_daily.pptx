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01 Sep 2026 09:41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16A / 18G   |   71.7% above 200DMA   |   Portfolio Rs 1,907,046 (+10.3%)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^STI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+0.3%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EURUSD=X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^NSEI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^NSEBANK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78,538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749,806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176,983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428,481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208,899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+95.1%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302,498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125,878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+71.3%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168,624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-175,070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91,520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-20,480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-18.3%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64,350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-58,150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-47,982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1,907,046 | P&amp;L Rs 178,628 (+10.3%) | Sharpe 0.05 | Vol 19.33%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