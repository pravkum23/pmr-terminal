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Wednesday, 16 Sep 2026 09:08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18A / 14G   |   56.5% above 200DMA   |   Portfolio Rs 1,867,267 (+7.7%)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CL=F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+22.7%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+5.1%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+3.0%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+1.5%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+1.1%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-7.3%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ICICIBANK.NS · 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-7.1%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-6.2%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SOL-USD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-6.0%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-5.0%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083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75,700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725,472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150,459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+26.2%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4,316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413,654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193,233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+87.7%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319,209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141,913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161,739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-183,268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1,077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86,160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-25,840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-23.1%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1,235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61,765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-60,735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-49.6%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56,275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-33,725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-37.5%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42,993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-48,207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-52.9%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1,867,267 | P&amp;L Rs 133,830 (+7.7%) | Sharpe -0.1 | Vol 19.34% | VaR95 -1.88%/day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