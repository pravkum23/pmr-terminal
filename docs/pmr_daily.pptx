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26 Aug 2026 07:25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19A / 16G   |   69.6% above 200DMA   |   Portfolio Rs 1,921,838 (+11.0%)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+33.2%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+31.7%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+25.2%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GC=F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+16.7%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-4.4%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-3.9%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78,665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753,008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178,669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+31.1%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4,725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452,301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232,138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+105.4%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296,646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119,558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+67.5%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163,150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-181,453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90,400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-21,600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-57,010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57,103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-32,897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43,740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-47,460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1,921,838 | P&amp;L Rs 189,945 (+11.0%) | Sharpe 0.18 | Vol 19.31% | VaR95 -1.89%/day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