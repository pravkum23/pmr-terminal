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19 Oct 2026 08:52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9R / 20A / 17G   |   54.3% above 200DMA   |   Portfolio Rs 1,927,538 (+12.0%)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TCS.NS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+20.8%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+16.8%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^CNXIT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+15.2%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+11.0%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BHARTIARTL.NS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+8.4%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-11.5%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-10.0%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XLK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-6.3%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NVDA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-6.2%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^STI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-4.6%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94.95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82,318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781,614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211,914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+37.2%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398,344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179,959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+82.4%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326,115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150,458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+85.7%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162,653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-179,167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92,896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-19,104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-17.1%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61,625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-28,375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-31.5%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60,560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-61,940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43,731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-47,469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1,927,538 | P&amp;L Rs 206,275 (+12.0%) | Sharpe 0.49 | Vol 17.3% | VaR95 -1.65%/day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