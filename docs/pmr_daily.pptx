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Monday, 17 Aug 2026 07:20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14R / 12A / 20G   |   58.7% above 200DMA   |   Portfolio Rs 1,748,267 (+1.2%)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Silver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SI=F ·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+13.4%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NVDA · 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+12.2%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Tesla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TSLA · 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+10.0%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Gold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GC=F ·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+9.6%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XLK · 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+8.4%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Amazon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AMZN · GREEN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-3.3%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Hang Seng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^HSI · AMBER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-3.0%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Alphabet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GOOGL · AMBER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-2.9%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HDFC Bank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HDFCBANK.NS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-2.8%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CL=F · 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-2.7%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4450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Bharti Airtel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Russell 2000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Dow Jones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Amazon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DAX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76%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95.42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62,806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599,266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26,776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+4.7%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4,439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423,547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204,093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+93.0%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291,903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115,385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+65.4%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171,869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-171,625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-50.0%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1,169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93,536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-18,464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-16.5%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1,310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65,500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-57,000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-46.5%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2,361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59,025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-30,975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-34.4%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727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43,620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-47,580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-52.2%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1,748,267 | P&amp;L Rs 20,610 (+1.2%) | Sharpe -0.4 | Vol 17.52% | VaR95 -1.79%/day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