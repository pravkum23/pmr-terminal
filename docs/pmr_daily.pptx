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05 Aug 2026 16:09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10A / 21G   |   58.7% above 200DMA   |   Portfolio Rs 1,730,395 (+0.3%)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+6.6%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GOOGL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-10.1%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64,107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610,183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39,088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402,603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183,683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+83.9%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294,476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118,388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+67.2%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161,384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-181,273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93,280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-18,720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64,020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60,428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-29,572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-32.9%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44,022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-47,178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1,730,395 | P&amp;L Rs 5,935 (+0.3%) | Sharpe -0.43 | Vol 17.74% | VaR95 -1.82%/day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