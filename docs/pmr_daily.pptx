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23 Jul 2026 16:00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16R / 14A / 16G   |   50.0% above 200DMA   |   Portfolio Rs 1,752,468 (+0.6%)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+29.0%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+22.0%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-11.1%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65,393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631,218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52,053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395,328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173,315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314,573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135,998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163,757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-183,742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83,456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-25.5%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63,650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-58,850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55,845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44,640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-46,560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1,752,468 | P&amp;L Rs 9,515 (+0.6%) | Sharpe -0.59 | Vol 18.15%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