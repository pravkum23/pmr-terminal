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Thursday, 27 Aug 2026 12:20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11R / 18A / 17G   |   67.4% above 200DMA   |   Portfolio Rs 1,912,064 (+10.7%)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SOL-USD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+39.0%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ETH-USD · AMBER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+34.1%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BTC-USD · 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+25.5%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+19.8%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Gold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GC=F · 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+15.6%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-4.5%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AMZN · AMBER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-4.2%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Alphabet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GOOGL · 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-4.0%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ITC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ITC.NS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-3.9%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HDFC Bank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HDFCBANK.NS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-3.7%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445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Gold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69%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78,840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752,148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179,736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+31.4%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4,680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446,472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227,047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+103.5%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299,038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122,544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+69.4%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160,016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-183,431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89,560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-22,440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65,155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-57,345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-46.8%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2,258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56,460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-33,540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-37.3%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-0.5%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720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43,215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-47,985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-52.6%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1,912,064 | P&amp;L Rs 184,586 (+10.7%) | Sharpe 0.17 | Vol 19.34% | VaR95 -1.89%/day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