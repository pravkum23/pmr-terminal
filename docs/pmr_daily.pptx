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17 Sep 2026 09:06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13R / 20A / 13G   |   52.2% above 200DMA   |   Portfolio Rs 1,872,069 (+7.9%)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+18.1%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+4.6%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+3.4%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+3.1%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+1.8%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-8.8%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ICICIBANK.NS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-6.5%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-6.5%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-5.2%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AMZN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-4.4%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397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95.99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76,226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731,718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155,762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+27.0%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414,544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193,761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+87.8%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318,062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140,476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+79.1%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162,934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-182,640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1,060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84,800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-27,200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-24.3%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62,000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-60,500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2,189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54,720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-35,280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-39.2%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43,290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-47,910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1,872,069 | P&amp;L Rs 136,469 (+7.9%) | Sharpe -0.06 | Vol 19.41% | VaR95 -1.89%/day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