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Friday, 11 Sep 2026 08:51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15R / 16A / 15G   |   54.3% above 200DMA   |   Portfolio Rs 1,858,984 (+7.9%)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CL=F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+20.3%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+4.1%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+2.1%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+1.5%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NVDA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+1.3%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-8.6%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-8.1%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-7.3%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ICICIBANK.NS · GREEN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-4.8%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^N225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-4.4%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083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76,821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730,660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159,989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+28.0%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4,362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414,859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196,101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+89.6%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299,926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123,969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+70.5%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170,189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-172,213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1,036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82,920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-29,080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-26.0%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1,274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63,700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-58,800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-48.0%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55,103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-34,897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-38.8%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694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41,628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-49,572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-54.4%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1,858,984 | P&amp;L Rs 135,497 (+7.9%) | Sharpe -0.08 | Vol 19.59% | VaR95 -1.9%/day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