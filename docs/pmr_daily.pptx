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07 Oct 2026 10:09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14A / 18G   |   54.3% above 200DMA   |   Portfolio Rs 1,954,459 (+12.3%)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TSLA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+7.3%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^N225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+5.5%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+4.8%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+3.7%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+3.6%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-2.6%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^HSI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-2.0%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EUR/USD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EURUSD=X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-0.9%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^FTSE · GREEN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-0.6%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^STI · GREEN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-0.4%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83,968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809,117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230,957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402,236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180,608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+81.5%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321,486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143,220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+80.3%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239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184,425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-162,471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81,108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-30,892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-27.6%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60,900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-61,600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52,500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-37,500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-41.7%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711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-48,513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1,954,459 | P&amp;L Rs 213,809 (+12.3%) | Sharpe 0.0 | Vol 20.19% | VaR95 -1.91%/day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