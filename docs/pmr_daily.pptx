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22 Sep 2026 09:28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16A / 18G   |   56.5% above 200DMA   |   Portfolio Rs 1,975,472 (+14.0%)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+11.4%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85,661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820,671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245,841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+42.8%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420,498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200,146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+90.8%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322,029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144,790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170,357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-174,541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84,112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-27,888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-24.9%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-61,180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-49.9%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-37,375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-41.5%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43,860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-47,340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1,975,472 | P&amp;L Rs 242,453 (+14.0%) | Sharpe 0.08 | Vol 20.29% | VaR95 -1.93%/day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