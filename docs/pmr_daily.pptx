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Thursday, 03 Sep 2026 08:58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12R / 18A / 16G   |   69.6% above 200DMA   |   Portfolio Rs 1,884,552 (+9.5%)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+5.8%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ITC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ITC.NS ·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+4.2%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Reliance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RELIANCE.NS · AMBER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+2.8%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BHARTIARTL.NS · AMBER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+2.8%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NG=F · 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+2.7%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ETH-USD · 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-3.5%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Nikkei 225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^N225 · AMBER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-3.2%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TSLA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-3.2%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SOL-USD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-3.2%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-2.1%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0836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69%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94.96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77,093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732,041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162,310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+28.5%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4,434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421,003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202,606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+92.8%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308,728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133,061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+75.8%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165,176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-176,662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1,140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91,200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-20,800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-18.6%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1,313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65,655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-56,845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-46.4%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58,700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-31,300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-34.8%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701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42,048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-49,152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-53.9%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1,884,552 | P&amp;L Rs 163,218 (+9.5%) | Sharpe -0.0 | Vol 19.19% | VaR95 -1.88%/day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