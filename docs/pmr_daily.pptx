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24 Jul 2026 15:57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18R / 13A / 15G   |   43.5% above 200DMA   |   Portfolio Rs 1,741,026 (-0.1%)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+30.3%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ETH-USD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+11.8%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BTC-USD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+11.4%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TSLA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-24.0%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-11.2%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GOOGL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-10.3%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-7.8%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1-3Y Treasury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65,454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631,416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52,611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390,703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168,828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+76.1%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310,297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131,832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+73.9%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161,108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-186,175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-53.6%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82,384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-29,616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1,281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64,050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56,292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-33,708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-37.5%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+0.4%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746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44,775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-46,425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1,741,026 | P&amp;L Rs -1,102 (-0.1%) | Sharpe -0.5 | Vol 18.09% | VaR95 -1.87%/day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