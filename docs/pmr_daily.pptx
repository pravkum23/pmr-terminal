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Thursday, 30 Jul 2026 15:56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EF4444"/>
                </a:solidFill>
                <a:latin typeface="Segoe UI"/>
              </a:rPr>
              <a:t>Market tone: RISK-OFF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18R / 12A / 15G   |   55.6% above 200DMA   |   Portfolio Rs 1,738,596 (+0.4%)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+22.6%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+21.6%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ETH-USD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+21.1%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+19.8%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+17.3%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-29.1%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-17.7%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-16.9%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XLK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-12.6%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^N225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-11.7%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63,893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611,677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37,267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392,628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172,438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+78.3%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323,766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146,656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+82.8%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190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145,525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-199,121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-57.8%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93,888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-18,112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-16.2%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1,293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64,635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-57,865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-47.2%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61,408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-28,592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+0.4%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751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45,069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-46,131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-50.6%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+0.4%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1,738,596 | P&amp;L Rs 6,540 (+0.4%) | Sharpe -0.26 | Vol 17.53% | VaR95 -1.76%/day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