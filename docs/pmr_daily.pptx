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26 Oct 2026 09:00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19A / 15G   |   50.0% above 200DMA   |   Portfolio Rs 1,886,896 (+9.6%)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+24.0%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-14.0%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80,080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760,195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190,615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379,767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161,428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330,100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154,480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+88.0%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160,211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-181,537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92,304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2,530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63,250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-26,750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41,568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-49,632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1,886,896 | P&amp;L Rs 165,909 (+9.6%) | Sharpe 0.57 | Vol 17.09% | VaR95 -1.64%/day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