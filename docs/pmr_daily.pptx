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Monday, 31 Aug 2026 09:07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13R / 14A / 19G   |   69.6% above 200DMA   |   Portfolio Rs 1,901,651 (+10.0%)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SOL-USD ·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+39.7%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ETH-USD · AMBER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+30.0%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BTC-USD · AMBER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+23.7%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Silver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SI=F ·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+16.8%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Tesla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TSLA · 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+12.1%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ITC.NS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-5.3%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Bharti Airtel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BHARTIARTL.NS · AMBER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-4.5%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HDFC Bank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HDFCBANK.NS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-3.7%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Alphabet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GOOGL · AMBER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-2.7%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Amazon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AMZN · GREEN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-1.9%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3413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Financials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DAX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Hang Seng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95.47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77,692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741,732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168,909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+29.5%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4,514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430,906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211,324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+96.2%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305,219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128,599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+72.8%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166,157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-177,537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-51.7%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1,144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91,520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-20,480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-18.3%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1,287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64,350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-58,150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-47.5%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2,342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58,550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-31,450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-34.9%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720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43,218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-47,982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-52.6%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1,901,651 | P&amp;L Rs 173,233 (+10.0%) | Sharpe 0.04 | Vol 19.25% | VaR95 -1.89%/day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