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25 Aug 2026 07:23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20A / 15G   |   67.4% above 200DMA   |   Portfolio Rs 1,920,376 (+10.9%)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+34.7%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+33.4%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+25.5%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+20.3%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GC=F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-4.1%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AMZN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78,861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754,706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180,504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+31.4%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4,727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452,414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232,303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+105.5%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296,996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119,951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159,613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-184,908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89,680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-22,320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65,800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-56,700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43,617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-47,583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1,920,376 | P&amp;L Rs 188,797 (+10.9%) | Sharpe 0.13 | Vol 19.37%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