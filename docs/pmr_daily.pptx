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08 Oct 2026 10:34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15A / 17G   |   52.2% above 200DMA   |   Portfolio Rs 1,950,151 (+11.7%)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+4.3%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+4.0%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-3.9%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-3.7%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^HSI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^FTSE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-1.3%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83,119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804,175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223,675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+38.5%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402,528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180,003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325,728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146,741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183,802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-164,498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992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79,360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-32,640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-29.1%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60,385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-62,115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-37,992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42,165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1,950,151 | P&amp;L Rs 204,139 (+11.7%) | Sharpe 0.08 | Vol 20.07% | VaR95 -1.85%/day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