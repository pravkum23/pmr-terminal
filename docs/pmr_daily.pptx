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02 Sep 2026 08:51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12R / 18A / 16G   |   69.6% above 200DMA   |   Portfolio Rs 1,881,498 (+9.3%)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+4.3%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+2.6%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RELIANCE.NS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+2.5%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-3.2%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-2.3%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94.94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77,189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732,837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163,197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414,964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196,602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+90.0%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308,678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133,039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+75.8%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165,150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-176,634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1,156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92,480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-19,520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-17.4%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65,450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-57,050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59,225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-30,775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42,714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-48,486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1,881,498 | P&amp;L Rs 160,373 (+9.3%) | Sharpe -0.02 | Vol 19.2% | VaR95 -1.89%/day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