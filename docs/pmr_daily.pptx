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22 Jul 2026 15:57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17R / 12A / 17G   |   52.2% above 200DMA   |   Portfolio Rs 1,757,280 (+0.8%)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+26.1%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+12.4%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65,808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635,179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56,059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397,247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175,251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316,335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137,773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+77.2%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160,061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-187,411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83,736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-25.2%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64,470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-58,030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55,133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-34,867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752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45,120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-46,080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1,757,280 | P&amp;L Rs 14,430 (+0.8%) | Sharpe -0.64 | Vol 18.19%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