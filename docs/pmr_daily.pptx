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08 Sep 2026 08:57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17A / 17G   |   58.7% above 200DMA   |   Portfolio Rs 1,899,192 (+10.8%)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+4.3%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RELIANCE.NS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-5.4%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JPY=X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79,274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748,939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182,089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+32.1%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422,001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204,708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+94.2%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302,292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127,513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+73.0%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174,106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-166,004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1,088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87,000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-22.3%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65,475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56,750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-33,250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42,630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-48,570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1,899,192 | P&amp;L Rs 184,461 (+10.8%) | Sharpe 0.08 | Vol 19.59%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