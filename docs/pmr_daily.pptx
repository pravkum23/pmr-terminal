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12 Oct 2026 10:07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14A / 19G   |   54.3% above 200DMA   |   Portfolio Rs 1,958,908 (+12.2%)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NG=F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809,083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228,403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+39.3%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409,786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187,192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146,757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177,518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-170,890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81,872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-30,128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-63,985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53,900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-36,100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-40.1%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42,435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-48,765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1,958,908 | P&amp;L Rs 212,483 (+12.2%) | Sharpe 0.36 | Vol 19.73% | VaR95 -1.75%/day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