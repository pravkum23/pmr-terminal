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Friday, 18 Sep 2026 09:04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11R / 20A / 15G   |   50.0% above 200DMA   |   Portfolio Rs 1,886,220 (+8.6%)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CL=F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+17.8%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+4.9%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ITC.NS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+4.2%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BHARTIARTL.NS · AMBER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+1.3%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+1.1%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-8.7%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ICICIBANK.NS · 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-7.3%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-6.7%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-6.6%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AMZN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-5.3%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083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76,507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735,481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158,688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+27.5%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4,393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422,271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201,166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+91.0%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319,553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141,709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+79.7%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164,502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-181,575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1,059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84,688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-27,312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-24.4%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1,244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62,195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-60,305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2,190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54,750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-35,250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-39.2%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713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42,780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-48,420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-53.1%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1,886,220 | P&amp;L Rs 148,701 (+8.6%) | Sharpe -0.03 | Vol 19.41% | VaR95 -1.88%/day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