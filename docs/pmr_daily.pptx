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20 Jul 2026 18:25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15A / 16G   |   50.0% above 200DMA   |   Portfolio Rs 1,743,260 (+0.1%)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+19.1%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+17.1%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+15.3%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+11.4%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+10.9%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-12.7%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-8.5%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-7.8%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Bank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64,351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620,637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41,967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388,210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166,387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+75.0%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321,876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143,452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+80.4%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156,480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-190,722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-54.9%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86,968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-25,032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-22.4%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66,155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-56,345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56,278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-33,722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-37.5%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778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46,656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-44,544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-5.1%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1,743,260 | P&amp;L Rs 1,441 (+0.1%) | Sharpe -0.72 | Vol 17.98%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