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Wednesday, 28 Oct 2026 10:02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8R / 21A / 17G   |   56.5% above 200DMA   |   Portfolio Rs 1,906,818 (+10.6%)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TCS.NS · 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+22.4%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INFY.NS · AMBER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+17.0%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^CNXIT · 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+16.2%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TSLA · AMBER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+14.8%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Bharti Airtel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BHARTIARTL.NS · 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+12.6%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SOL-USD · 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-13.9%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ETH-USD · AMBER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-12.3%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Silver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SI=F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-9.7%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Alphabet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GOOGL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-6.8%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Clean Energy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ICLN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-6.7%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4450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Dollar 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Bharti Airtel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1-3Y Treasury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80,795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768,404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197,774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+34.7%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4,063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386,402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167,661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+76.7%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330,109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154,165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+87.6%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165,817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-176,561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-51.6%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1,163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93,040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-18,960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-16.9%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2,497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62,422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-27,578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-30.6%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1,196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59,810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-62,690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-51.2%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680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40,812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-50,388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-55.2%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1,906,818 | P&amp;L Rs 183,424 (+10.6%) | Sharpe 0.67 | Vol 17.11% | VaR95 -1.64%/day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