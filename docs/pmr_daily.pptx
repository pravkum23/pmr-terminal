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22 Oct 2026 09:17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8R / 18A / 20G   |   54.3% above 200DMA   |   Portfolio Rs 1,929,823 (+12.6%)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TCS.NS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+24.0%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INFY.NS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+17.5%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^CNXIT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+13.8%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+10.5%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-7.8%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-5.3%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NVDA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-5.2%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763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84,248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795,726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229,026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+40.4%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390,343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173,108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320,658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145,925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+83.5%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163,565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-176,455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93,440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-18,560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2,529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63,225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-26,775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-29.8%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-62,050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42,417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-48,783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1,929,823 | P&amp;L Rs 215,436 (+12.6%) | Sharpe 0.8 | Vol 17.19% | VaR95 -1.65%/day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