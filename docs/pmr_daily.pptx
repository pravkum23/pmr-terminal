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Tuesday, 11 Aug 2026 12:06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14R / 13A / 19G   |   63.0% above 200DMA   |   Portfolio Rs 1,753,348 (+1.5%)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+13.0%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MSFT ·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+8.9%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NVDA ·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+8.4%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Gold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GC=F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+7.7%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TSLA · 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+6.3%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-3.0%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HDFC Bank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HDFCBANK.NS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-2.7%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BHARTIARTL.NS · AMBER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-2.3%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USD/JPY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JPY=X · AMBER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-0.6%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Hang Seng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^HSI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-0.4%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445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Dow Jones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Russell 2000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NIFTY 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64,065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611,114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38,774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+6.8%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4,362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416,072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196,675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+89.6%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294,049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117,578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+66.6%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166,017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-177,387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1,192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95,352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-16,648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-14.9%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+0.8%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1,319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65,945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-56,555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-46.2%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-0.6%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61,112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-28,888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-32.1%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+0.8%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728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43,686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-47,514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-52.1%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-0.4%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1,753,348 | P&amp;L Rs 26,035 (+1.5%) | Sharpe -0.42 | Vol 17.64% | VaR95 -1.8%/day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