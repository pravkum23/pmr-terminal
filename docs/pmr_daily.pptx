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Wednesday, 30 Sep 2026 09:52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EF4444"/>
                </a:solidFill>
                <a:latin typeface="Segoe UI"/>
              </a:rPr>
              <a:t>Market tone: RISK-OFF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17R / 13A / 16G   |   43.5% above 200DMA   |   Portfolio Rs 1,929,107 (+11.2%)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SOL-USD ·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+16.1%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ETH-USD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+8.4%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BTC-USD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+6.2%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XLK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+4.4%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+4.4%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-15.3%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-11.3%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ICICIBANK.NS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-11.1%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-10.4%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Reliance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RELIANCE.NS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-7.4%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Nasdaq 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USD/INR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95.97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83,444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800,807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224,987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+39.1%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4,202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403,228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182,497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+82.7%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316,125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138,581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+78.0%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174,443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-171,049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-49.5%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81,232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-30,768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-27.5%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1,182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59,100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-63,400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-51.8%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2,032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50,810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-39,190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-43.5%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723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43,362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-47,838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1,929,107 | P&amp;L Rs 193,819 (+11.2%) | Sharpe 0.09 | Vol 20.3% | VaR95 -1.9%/day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