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14 Oct 2026 09:38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13A / 19G   |   58.7% above 200DMA   |   Portfolio Rs 1,941,837 (+12.1%)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+10.7%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NG=F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+9.3%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RELIANCE.NS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763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83,153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796,405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221,749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400,908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180,624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326,854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149,669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+84.5%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175,094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-169,700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84,968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-27,032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-24.1%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-64,165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56,433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-33,567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42,840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1,941,837 | P&amp;L Rs 209,218 (+12.1%) | Sharpe 0.46 | Vol 19.58% | VaR95 -1.73%/day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