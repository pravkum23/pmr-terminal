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16 Jul 2026 16:39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15R / 12A / 19G   |   50.0% above 200DMA   |   Portfolio Rs 1,743,170 (+0.2%)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+20.6%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+14.3%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+13.2%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BTC-USD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+9.7%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+9.7%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-11.3%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-6.9%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-4.7%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-4.6%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64,264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619,006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41,071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388,844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167,303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+75.5%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315,456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137,260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+77.0%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163,748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-183,013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1,089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87,120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-24,880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-22.2%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65,110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-57,390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-46.9%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55,342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-34,658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-38.5%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+1.1%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48,543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-42,657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-0.8%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1,743,170 | P&amp;L Rs 3,036 (+0.2%) | Sharpe -0.54 | Vol 18.1%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