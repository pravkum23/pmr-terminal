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22D3EE"/>
                </a:solidFill>
                <a:latin typeface="Segoe UI"/>
              </a:rPr>
              <a:t>PMR TERMINAL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D7E1F3"/>
                </a:solidFill>
                <a:latin typeface="Segoe UI"/>
              </a:rPr>
              <a:t>Daily Market Intelligence · by Praveen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C8DB5"/>
                </a:solidFill>
                <a:latin typeface="Segoe UI"/>
              </a:rPr>
              <a:t>Thursday, 20 Aug 2026 07:23 SGT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59E0B"/>
                </a:solidFill>
                <a:latin typeface="Segoe UI"/>
              </a:rPr>
              <a:t>Market tone: MIXED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480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7E1F3"/>
                </a:solidFill>
                <a:latin typeface="Segoe UI"/>
              </a:rPr>
              <a:t>RAG 12R / 15A / 19G   |   65.2% above 200DMA   |   Portfolio Rs 1,828,423 (+5.5%)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Educational analytics - not investment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MTD Gainers &amp; Losers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Top 5 each · 3-month sparkline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C55E"/>
                </a:solidFill>
                <a:latin typeface="Segoe UI"/>
              </a:rPr>
              <a:t>GAINERS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ETH-USD · 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+20.8%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08760"/>
            <a:ext cx="1467262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Solana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SOL-USD · 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+17.2%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468880"/>
            <a:ext cx="1467262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Silver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SI=F · 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+16.5%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3429000"/>
            <a:ext cx="1467262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Gold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GC=F · AMBER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+13.0%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389120"/>
            <a:ext cx="1467262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Tesla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TSLA · RED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+12.8%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5349240"/>
            <a:ext cx="1467262" cy="384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F4444"/>
                </a:solidFill>
                <a:latin typeface="Segoe UI"/>
              </a:rPr>
              <a:t>LOSERS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ITC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ITC.NS · 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-5.0%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508760"/>
            <a:ext cx="1467262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8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HDFC Bank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HDFCBANK.NS · 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-3.8%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0" y="2468880"/>
            <a:ext cx="1467262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4008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TCS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TCS.NS · 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-3.2%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7040" y="3429000"/>
            <a:ext cx="1467262" cy="38404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008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Alphabet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GOOGL · AMBER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-3.2%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0" y="4389120"/>
            <a:ext cx="1467262" cy="3840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4008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Bharti Airtel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BHARTIARTL.NS · AMBER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-2.5%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07040" y="5349240"/>
            <a:ext cx="146726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1Y return vs annualized volatility · color = RAG · size = |max drawdown|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54450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AI Signal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Buy/Sell engine - top conviction calls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Microsoft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097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84%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0972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Financials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5270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5270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2704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568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Dow Jones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956815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956815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56815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8658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DAX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8658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3865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8658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163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Amazon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8163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8163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81635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461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46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2461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Straits Times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67588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675887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675887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1056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Gold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10565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10565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10565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354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Bitcoin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53542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53542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69%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53542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9651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S&amp;P 500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4965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49651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68%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96519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3949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1-3Y Treasury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3949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539495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74%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5394959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8247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Nvidia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58247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8247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78%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82472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Portfolio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Base currency INR · USD/INR 95.82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Symbol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Qty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Avg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Day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BTC-USD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69,291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663,923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89,025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+15.5%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GC=F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4,578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438,600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218,222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+99.0%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AAPL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317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303,575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126,315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+71.3%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NVDA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218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166,767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-178,173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-51.6%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INFY.NS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1,400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1,120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96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89,584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-22,416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-20.0%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RELIANCE.NS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7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1,311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65,550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49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-56,950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-46.5%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TCS.NS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7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918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3,600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2,289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57,225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49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-32,775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-36.4%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HDFCBANK.NS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918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1,520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9768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720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9496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43,200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-48,000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392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-52.6%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926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D3EE"/>
                </a:solidFill>
                <a:latin typeface="Segoe UI"/>
              </a:rPr>
              <a:t>Total Rs 1,828,423 | P&amp;L Rs 95,248 (+5.5%) | Sharpe -0.23 | Vol 18.44% | VaR95 -1.82%/day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