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Monday, 07 Sep 2026 08:44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11R / 18A / 17G   |   58.7% above 200DMA   |   Portfolio Rs 1,913,287 (+11.6%)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CL=F ·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+6.7%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NVDA · 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+4.3%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Reliance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RELIANCE.NS · AMBER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+3.5%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ITC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ITC.NS ·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+3.4%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SOL-USD · AMBER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+2.9%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-4.0%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TSLA · 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-3.8%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USD/JPY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JPY=X · AMBER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-2.6%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ICICIBANK.NS · GREEN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-2.1%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^CNXIT · 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-1.6%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0836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76%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Hang Seng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91%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FTSE 100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67%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94.47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80,141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757,136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190,286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+33.6%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4,477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422,927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205,634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+94.6%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302,292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127,513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+73.0%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230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174,106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-166,004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-48.8%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1,130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90,400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-21,600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-19.3%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1,322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66,100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-56,400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-46.0%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57,600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-32,400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-36.0%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712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42,726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-48,474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-53.1%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1,913,287 | P&amp;L Rs 198,556 (+11.6%) | Sharpe 0.15 | Vol 19.61% | VaR95 -1.9%/day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