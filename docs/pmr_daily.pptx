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25 Sep 2026 09:11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20A / 15G   |   54.3% above 200DMA   |   Portfolio Rs 1,961,584 (+13.1%)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+14.3%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+11.1%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BTC-USD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+7.9%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-13.0%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-10.5%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ICICIBANK.NS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-8.2%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XLF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-5.2%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95.94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84,726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812,905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237,235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+41.2%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414,204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193,531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+87.7%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323,354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145,856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173,092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-172,310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81,160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-30,840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-27.5%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-61,540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52,175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-37,825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-42.0%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43,734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-47,466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1,961,584 | P&amp;L Rs 226,641 (+13.1%) | Sharpe 0.05 | Vol 20.4% | VaR95 -1.93%/day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