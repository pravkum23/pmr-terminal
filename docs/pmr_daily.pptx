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Friday, 21 Aug 2026 07:25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12R / 18A / 16G   |   63.0% above 200DMA   |   Portfolio Rs 1,856,686 (+7.4%)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ETH-USD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+25.5%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SOL-USD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+20.5%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+18.8%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BTC-USD · AMBER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+16.5%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GC=F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+13.3%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-4.3%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AMZN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-4.2%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-3.3%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-3.1%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-2.9%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EUR/USD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73,167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698,716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125,740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+21.9%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4,587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438,012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218,371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+99.4%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297,279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120,611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+68.3%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165,666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-178,119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90,400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-21,600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-19.3%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65,660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-56,840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-46.4%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2,298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57,450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-32,550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-36.2%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43,503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-47,697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-52.3%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1,856,686 | P&amp;L Rs 127,916 (+7.4%) | Sharpe -0.09 | Vol 18.76% | VaR95 -1.84%/day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