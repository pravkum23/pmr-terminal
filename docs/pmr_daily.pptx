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06 Aug 2026 16:06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13A / 19G   |   56.5% above 200DMA   |   Portfolio Rs 1,755,176 (+1.7%)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+9.2%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+6.7%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XLK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+4.9%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-11.2%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XLE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-3.8%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-2.0%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-1.6%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^HSI · AMBER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64,786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617,008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45,583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4,321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411,493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192,446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+87.9%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296,189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119,999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+68.1%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167,024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-175,831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93,392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-18,608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-0.6%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66,120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-56,380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-46.0%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+3.3%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59,783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-30,217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44,169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-47,031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-51.6%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+0.2%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1,755,176 | P&amp;L Rs 29,960 (+1.7%) | Sharpe -0.36 | Vol 17.79% | VaR95 -1.81%/day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