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09 Sep 2026 09:04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13R / 16A / 17G   |   58.7% above 200DMA   |   Portfolio Rs 1,891,761 (+10.0%)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+10.3%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+4.3%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+3.1%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HG=F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+3.1%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+2.7%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-6.0%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-4.6%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JPY=X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-4.0%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-3.8%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78,729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746,353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177,553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+31.2%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417,499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199,459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+91.5%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303,332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127,952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+73.0%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174,705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-166,575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1,082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86,560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-25,440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-22.7%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64,745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56,388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-33,612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-37.4%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42,180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-49,020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1,891,761 | P&amp;L Rs 172,561 (+10.0%) | Sharpe 0.09 | Vol 19.59%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