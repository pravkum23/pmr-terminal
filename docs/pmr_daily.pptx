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13 Oct 2026 11:22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13R / 14A / 19G   |   56.5% above 200DMA   |   Portfolio Rs 1,931,602 (+11.5%)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+5.1%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NG=F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^HSI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EURUSD=X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82,761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792,518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217,958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4,203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402,470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182,222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326,513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149,357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+84.3%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173,379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-171,357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81,872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-30,128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58,515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-63,985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53,900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-36,100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-40.1%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42,435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-48,765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1,931,602 | P&amp;L Rs 199,202 (+11.5%) | Sharpe 0.35 | Vol 19.64% | VaR95 -1.73%/day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