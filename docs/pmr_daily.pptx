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23 Sep 2026 09:17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9R / 20A / 17G   |   56.5% above 200DMA   |   Portfolio Rs 1,986,445 (+14.8%)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+15.5%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86,612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827,838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254,358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+44.4%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419,434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199,600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+90.8%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323,997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147,174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+83.2%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173,864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-170,224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82,352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-29,648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62,020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-60,480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-37,375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-41.5%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44,316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-46,884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1,986,445 | P&amp;L Rs 256,520 (+14.8%) | Sharpe 0.09 | Vol 20.41% | VaR95 -1.93%/day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