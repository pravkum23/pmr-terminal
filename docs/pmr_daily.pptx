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Thursday, 29 Oct 2026 10:10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11R / 16A / 19G   |   56.5% above 200DMA   |   Portfolio Rs 1,890,361 (+9.6%)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TCS.NS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+20.6%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TSLA · AMBER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+13.9%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^CNXIT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+13.9%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INFY.NS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+13.0%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CL=F · 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+12.6%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SOL-USD · 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-15.6%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ETH-USD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-14.1%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-10.1%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Clean Energy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ICLN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-7.4%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^HSI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-5.9%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Bharti Airtel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Tesla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79,893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760,666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189,406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4,074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387,914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168,931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+77.1%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+0.6%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344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327,361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151,222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+85.8%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164,051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-178,705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1,123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89,852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-22,148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-19.8%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61,500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-28,500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1,158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57,900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-64,600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-52.7%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685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41,118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-50,082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-54.9%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1,890,361 | P&amp;L Rs 165,523 (+9.6%) | Sharpe 0.61 | Vol 17.15% | VaR95 -1.64%/day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