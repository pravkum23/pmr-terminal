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17 Jul 2026 15:30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16A / 15G   |   50.0% above 200DMA   |   Portfolio Rs 1,732,595 (-0.5%)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+15.2%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+13.7%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+11.2%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-10.4%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-7.0%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-6.8%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4981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62,873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605,967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27,687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385,520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163,846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+73.9%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321,196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142,893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159,914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-187,054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88,184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-23,816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-21.3%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66,045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-56,455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56,660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-33,340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-37.0%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49,110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-42,090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+1.3%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1,732,595 | P&amp;L Rs -8,330 (-0.5%) | Sharpe -0.61 | Vol 17.93%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