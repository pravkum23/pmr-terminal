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01 Oct 2026 09:49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16R / 15A / 15G   |   45.7% above 200DMA   |   Portfolio Rs 1,932,551 (+11.3%)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+2.0%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JPY=X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+0.5%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+0.4%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-0.8%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BTC-USD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-0.2%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^STI · GREEN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-0.1%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EUR/USD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EURUSD=X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-0.1%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^NSEI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83,493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801,952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225,648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+39.1%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402,577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181,661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+82.2%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319,868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142,174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175,488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-170,294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994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79,528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-32,472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-29.0%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1,187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59,350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-63,150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51,265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-38,735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-43.0%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709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42,522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-48,678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1,932,551 | P&amp;L Rs 196,154 (+11.3%) | Sharpe 0.08 | Vol 20.29%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