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Friday, 23 Oct 2026 09:17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11R / 17A / 18G   |   54.3% above 200DMA   |   Portfolio Rs 1,902,710 (+10.7%)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TCS.NS · 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+24.0%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^CNXIT ·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+17.0%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INFY.NS · AMBER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+16.0%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XLE · 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+10.8%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CL=F · 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+10.5%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SOL-USD · 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-12.2%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ETH-USD · GREEN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-11.3%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SI=F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-9.8%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NG=F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-8.6%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^N225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-6.8%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13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Dollar 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Amazon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94.81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81,192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769,767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200,919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+35.3%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4,030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382,095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164,037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+75.2%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326,130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150,735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+85.9%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222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168,356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-172,953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-50.7%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1,153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92,268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-19,732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-17.6%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2,529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63,225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-26,775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-29.8%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59,225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-63,275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694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41,643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-49,557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-54.3%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1,902,710 | P&amp;L Rs 183,400 (+10.7%) | Sharpe 0.63 | Vol 17.11% | VaR95 -1.62%/day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