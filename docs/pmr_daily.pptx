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Friday, 07 Aug 2026 13:23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14R / 15A / 17G   |   60.9% above 200DMA   |   Portfolio Rs 1,751,932 (+1.5%)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NVDA ·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+9.1%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+8.7%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MSFT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+7.6%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GC=F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+6.9%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XLK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+5.7%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-7.6%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-3.7%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XLE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-2.3%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-1.9%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BHARTIARTL.NS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-1.4%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445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Russell 2000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64,119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610,699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39,229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4,328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412,230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193,166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+88.2%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+2.0%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297,555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121,352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+68.9%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166,862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-176,020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1,172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93,720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-16.3%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66,175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-56,325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-0.1%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60,658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-29,342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-32.6%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+2.2%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734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44,034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-47,166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-51.7%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-0.1%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1,751,932 | P&amp;L Rs 26,613 (+1.5%) | Sharpe -0.37 | Vol 17.71% | VaR95 -1.81%/day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