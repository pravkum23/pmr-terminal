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Friday, 09 Oct 2026 10:48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16R / 14A / 16G   |   47.8% above 200DMA   |   Portfolio Rs 1,940,717 (+11.1%)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+6.1%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TSLA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+5.7%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+3.5%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BHARTIARTL.NS · AMBER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+2.7%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^N225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+2.6%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-7.3%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SOL-USD · 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-6.6%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^STI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-5.2%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-2.9%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-2.3%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USD/INR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96.78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82,049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794,066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213,386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+36.8%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4,202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406,650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184,056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+82.7%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329,458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150,415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+84.0%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230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178,447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-169,961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-48.8%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997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79,760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-32,240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-28.8%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1,178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58,900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-63,600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-51.9%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2,076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51,900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-38,100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-42.3%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692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41,535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-49,665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-54.5%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1,940,717 | P&amp;L Rs 194,292 (+11.1%) | Sharpe 0.18 | Vol 19.84% | VaR95 -1.77%/day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