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28 Aug 2026 14:47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16A / 19G   |   65.2% above 200DMA   |   Portfolio Rs 1,938,136 (+12.1%)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+47.9%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+34.6%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+27.2%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+21.4%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GC=F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+14.5%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-4.5%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-4.3%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972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79,925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763,722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190,392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4,638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443,155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223,379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+101.6%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300,597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123,820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174,277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-169,721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1,138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91,008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-20,992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-18.7%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1,282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64,090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-31,590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-35.1%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+3.9%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42,876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-48,324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1,938,136 | P&amp;L Rs 208,555 (+12.1%) | Sharpe 0.15 | Vol 19.31%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