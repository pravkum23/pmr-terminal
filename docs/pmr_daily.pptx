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19 Aug 2026 07:22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13A / 18G   |   60.9% above 200DMA   |   Portfolio Rs 1,762,164 (+1.8%)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^N225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-2.2%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237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64,679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618,937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44,772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419,762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199,666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+90.7%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296,680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119,646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+67.6%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168,223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-176,276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91,192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-20,808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-18.6%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65,800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-56,700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57,830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-35.7%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43,740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-47,460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1,762,164 | P&amp;L Rs 30,670 (+1.8%) | Sharpe -0.4 | Vol 17.7% | VaR95 -1.81%/day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