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29 Jul 2026 16:11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F4444"/>
                </a:solidFill>
                <a:latin typeface="Segoe UI"/>
              </a:rPr>
              <a:t>Market tone: RISK-OFF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19R / 12A / 15G   |   54.3% above 200DMA   |   Portfolio Rs 1,741,834 (+0.7%)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+21.9%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+21.3%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+18.6%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+18.2%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+16.4%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-26.5%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-18.1%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-13.1%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^N225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-12.3%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GOOGL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-8.6%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64,302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614,696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41,126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392,169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172,300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+78.4%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322,069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145,218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+82.1%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150,283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-193,859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-56.3%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1,156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92,472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-19,528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-17.4%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+4.5%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63,915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-58,585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-47.8%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61,260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-28,740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-31.9%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+2.2%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44,970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-46,230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-50.7%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+1.9%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1,741,834 | P&amp;L Rs 11,702 (+0.7%) | Sharpe -0.37 | Vol 17.75% | VaR95 -1.87%/day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