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Tuesday, 04 Aug 2026 16:10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15R / 15A / 16G   |   60.9% above 200DMA   |   Portfolio Rs 1,710,525 (-0.9%)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+3.9%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HG=F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+2.9%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+2.9%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+2.6%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^GDAXI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+2.4%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-4.7%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JPY=X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-1.5%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-1.2%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Reliance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RELIANCE.NS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-1.1%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BHARTIARTL.NS · GREEN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-1.0%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Bank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63,603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606,456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34,356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393,147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173,842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+79.3%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294,546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118,148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+67.0%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153,132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-190,128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-55.4%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1,160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92,776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-19,224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-17.2%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+2.6%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1,293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64,665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-57,835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-47.2%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61,447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-28,553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-31.7%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+3.9%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739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44,355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-46,845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-51.4%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-1.2%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1,710,525 | P&amp;L Rs -16,238 (-0.9%) | Sharpe -0.41 | Vol 17.8% | VaR95 -1.83%/day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