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21 Jul 2026 15:57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15A / 16G   |   52.2% above 200DMA   |   Portfolio Rs 1,751,638 (+0.8%)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+23.2%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+18.1%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BTC-USD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+12.9%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+12.9%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^NDX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-5.5%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Bank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66,140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636,369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59,079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+10.2%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392,076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170,782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+77.2%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314,229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136,231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+76.5%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156,469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-189,905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85,600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-26,400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-23.6%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65,385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55,547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-34,453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766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45,963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-45,237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1,751,638 | P&amp;L Rs 12,982 (+0.8%) | Sharpe -0.65 | Vol 18.18%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