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Tuesday, 29 Sep 2026 10:30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17R / 12A / 17G   |   45.7% above 200DMA   |   Portfolio Rs 1,931,521 (+11.3%)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SOL-USD · GREEN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+13.3%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+9.0%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ETH-USD ·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+7.6%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+6.8%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AAPL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+6.8%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TCS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TCS.NS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-13.7%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-11.5%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ICICI Bank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ICICIBANK.NS · AMBER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-10.5%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-10.0%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Silver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SI=F · RED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-7.6%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84%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Straits Times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82%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Copper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94%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80%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69%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death cross (50&lt;200) · MACD bullish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95.97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82,963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796,220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220,382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+38.3%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-1.8%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4,165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399,766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179,028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+81.1%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324,773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147,223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+82.9%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229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175,715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-169,788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-49.1%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1,003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80,256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-31,744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-28.3%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1,198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59,880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-62,620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-51.1%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2,071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51,767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-38,233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-42.5%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719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-48,057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-52.7%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1,931,521 | P&amp;L Rs 196,192 (+11.3%) | Sharpe 0.16 | Vol 20.22% | VaR95 -1.91%/day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