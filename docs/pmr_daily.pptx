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24 Sep 2026 09:09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10R / 21A / 15G   |   56.5% above 200DMA   |   Portfolio Rs 1,962,263 (+13.3%)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+8.7%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+7.2%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-12.9%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XLF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84,237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806,401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232,021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414,827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194,648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+88.4%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325,243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148,142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+83.7%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175,278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-169,350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81,640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-30,360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1,248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62,400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-60,100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-37,760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44,235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-46,965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1,962,263 | P&amp;L Rs 230,276 (+13.3%) | Sharpe 0.06 | Vol 20.27% | VaR95 -1.93%/day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