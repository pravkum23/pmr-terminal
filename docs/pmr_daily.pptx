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12 Aug 2026 07:41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14A / 18G   |   63.0% above 200DMA   |   Portfolio Rs 1,752,619 (+1.4%)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+9.4%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+8.3%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+6.9%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-2.9%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AAPL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63,553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606,458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33,908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+5.9%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422,828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203,351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+92.7%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290,960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114,424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+64.8%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166,040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-177,491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1,191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95,256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-16,744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-14.9%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66,195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-56,305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61,142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-28,858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-32.1%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43,740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-47,460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1,752,619 | P&amp;L Rs 24,825 (+1.4%) | Sharpe -0.46 | Vol 17.59% | VaR95 -1.79%/day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