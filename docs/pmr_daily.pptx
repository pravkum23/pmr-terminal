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Tuesday, 06 Oct 2026 10:43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15R / 13A / 18G   |   47.8% above 200DMA   |   Portfolio Rs 1,965,371 (+13.0%)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TSLA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+6.7%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^N225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+5.0%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+4.6%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+3.2%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+3.1%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^HSI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-1.5%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EUR/USD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EURUSD=X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-1.1%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^FTSE · GREEN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-1.0%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GC=F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-0.8%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-0.7%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85,631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824,631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246,831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+42.7%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400,011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178,521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+80.6%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320,573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142,418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+79.9%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239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184,049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-162,631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81,640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-30,360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-27.1%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1,186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59,320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-63,180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-51.6%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2,114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52,860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-37,140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-41.3%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705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42,288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-48,912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-53.6%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1,965,371 | P&amp;L Rs 225,546 (+13.0%) | Sharpe 0.08 | Vol 20.35% | VaR95 -1.91%/day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