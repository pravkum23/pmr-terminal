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20 Oct 2026 09:37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9R / 20A / 17G   |   56.5% above 200DMA   |   Portfolio Rs 1,914,639 (+11.3%)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TCS.NS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^CNXIT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+13.8%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-5.0%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NVDA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81,436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772,954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203,464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+35.7%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392,530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174,226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325,502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149,909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164,841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-176,853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92,896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61,625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-28,375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60,560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43,731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-47,469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1,914,639 | P&amp;L Rs 193,857 (+11.3%) | Sharpe 0.52 | Vol 17.22% | VaR95 -1.64%/day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