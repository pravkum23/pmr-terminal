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28 Jul 2026 16:06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F4444"/>
                </a:solidFill>
                <a:latin typeface="Segoe UI"/>
              </a:rPr>
              <a:t>Market tone: RISK-OFF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19R / 12A / 15G   |   45.7% above 200DMA   |   Portfolio Rs 1,725,580 (-0.4%)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+19.9%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+18.8%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+16.4%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+16.0%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+15.8%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-26.5%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-16.0%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-13.1%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^N225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-11.0%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GOOGL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-8.6%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95.79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63,456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607,863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33,108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+5.8%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387,873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167,551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+76.0%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322,735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145,518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150,593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-194,260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-56.3%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88,640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-23,360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-20.9%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+2.7%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1,272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63,600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-58,900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59,992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-30,008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-33.3%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+4.5%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44,283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-46,917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-0.2%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1,725,580 | P&amp;L Rs -7,267 (-0.4%) | Sharpe -0.42 | Vol 17.72% | VaR95 -1.88%/day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