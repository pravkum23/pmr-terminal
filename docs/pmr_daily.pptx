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31 Jul 2026 17:34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15A / 17G   |   54.3% above 200DMA   |   Portfolio Rs 1,726,021 (-0.1%)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+17.0%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-26.6%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-15.5%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-13.8%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-7.8%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63,605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607,027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34,402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392,191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172,685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+78.7%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318,217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141,658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+80.2%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195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148,913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-194,662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-56.7%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90,248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-21,752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-2.3%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65,410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-57,090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-46.6%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59,088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-30,912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-34.4%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-2.8%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44,928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-46,272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1,726,021 | P&amp;L Rs -1,944 (-0.1%) | Sharpe -0.27 | Vol 17.58% | VaR95 -1.75%/day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