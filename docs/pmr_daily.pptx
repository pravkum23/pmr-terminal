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21 Oct 2026 09:21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7R / 21A / 18G   |   56.5% above 200DMA   |   Portfolio Rs 1,919,445 (+11.7%)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TCS.NS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+13.7%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+9.3%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-9.9%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82,731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784,042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215,422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391,012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173,041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325,004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149,680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164,589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-176,583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90,456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-21,544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61,522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-28,478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60,100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-62,400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42,720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-48,480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1,919,445 | P&amp;L Rs 200,658 (+11.7%) | Sharpe 0.59 | Vol 17.32% | VaR95 -1.67%/day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