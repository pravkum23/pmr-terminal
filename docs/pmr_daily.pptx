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05 Oct 2026 09:40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16R / 13A / 17G   |   43.5% above 200DMA   |   Portfolio Rs 1,976,151 (+13.6%)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^N225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+2.7%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^HSI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RELIANCE.NS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-1.6%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^FTSE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EURUSD=X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86,743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835,331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257,531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402,910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181,420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321,343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143,188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180,235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-166,445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82,800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-29,200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58,385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-64,115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51,875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-38,125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43,272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-47,928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1,976,151 | P&amp;L Rs 236,326 (+13.6%) | Sharpe 0.14 | Vol 20.44% | VaR95 -1.91%/day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