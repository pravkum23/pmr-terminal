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Praveen · Moulya · Risha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16 Jul 2026 15:00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12A / 19G   ·   50.0% above 200DMA   ·   Portfolio ₹1,747,294 (+0.4%)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—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+22.3%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—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+5.2%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+4.0%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+0.9%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+9.8%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+2.2%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+0.4%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+1.6%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64,687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₹622,890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₹45,135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₹388,367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₹166,894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₹315,358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₹137,217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+77.0%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₹163,697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₹-182,956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₹87,352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₹-24,648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₹65,265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₹-57,235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₹55,633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₹-34,367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₹48,732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₹-42,468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₹1,747,294 · P&amp;L ₹7,572 (+0.4%) · Sharpe -0.53 · Vol 18.13% ·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