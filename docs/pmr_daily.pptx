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27 Jul 2026 18:58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Market tone: RISK-OFF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18R / 13A / 15G   |   47.8% above 200DMA   |   Portfolio Rs 1,740,359 (+0.3%)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+25.2%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+19.7%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+13.6%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+11.8%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-24.0%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-14.8%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GOOGL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-11.1%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-10.3%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-7.3%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Bank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65,281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626,044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50,644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393,583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173,013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+78.4%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308,472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131,057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+73.9%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160,161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-185,079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1,079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86,336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-25,664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-22.9%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+3.7%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64,000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-58,500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57,390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-32,610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-36.2%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44,373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-46,827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-0.4%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1,740,359 | P&amp;L Rs 6,034 (+0.3%) | Sharpe -0.39 | Vol 17.96% | VaR95 -1.86%/day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