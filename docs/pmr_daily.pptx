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Tuesday, 15 Sep 2026 09:12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14R / 18A / 14G   |   52.2% above 200DMA   |   Portfolio Rs 1,876,481 (+8.9%)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CL=F · AMBER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+19.8%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AAPL ·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+4.9%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Clean Energy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ICLN · 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+3.6%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ETH-USD · AMBER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+1.9%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XLE ·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+1.8%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INFY.NS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-8.5%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-8.3%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-7.3%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ICICIBANK.NS · GREEN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-5.1%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^N225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-4.0%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0836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69%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77,839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739,726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169,530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+29.7%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4,331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411,625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193,050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+88.3%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315,765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139,955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+79.6%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165,958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-176,160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1,038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83,016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-28,984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-25.9%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1,258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62,875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-59,625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-48.7%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2,201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55,020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-34,980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-38.9%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708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42,495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-48,705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-53.4%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1,876,481 | P&amp;L Rs 154,080 (+8.9%) | Sharpe -0.1 | Vol 19.57% | VaR95 -1.89%/day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