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Friday, 14 Aug 2026 07:41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12A / 20G   |   58.7% above 200DMA   |   Portfolio Rs 1,750,635 (+1.4%)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+12.5%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+12.2%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+9.2%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GC=F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+9.1%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XLK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+8.8%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-4.1%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-3.1%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-2.7%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AMZN · GREEN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-2.4%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-1.7%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972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63,391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604,396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32,330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+5.7%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4,418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421,250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201,958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+92.1%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291,048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114,661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171,849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-171,391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94,000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-16.1%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65,850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-56,650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58,742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-31,258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-34.7%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43,500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-47,700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-52.3%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1,750,635 | P&amp;L Rs 23,951 (+1.4%) | Sharpe -0.37 | Vol 17.57% | VaR95 -1.79%/day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