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Thursday, 13 Aug 2026 07:41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14R / 13A / 19G   |   60.9% above 200DMA   |   Portfolio Rs 1,752,643 (+1.5%)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+13.6%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+11.6%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GC=F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+10.3%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XLK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+7.7%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MSFT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+6.0%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GOOGL · 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-3.5%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-2.6%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-2.3%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AAPL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-2.1%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-1.7%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4930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63,353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604,257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31,978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+5.6%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4,467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426,091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206,717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+94.2%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288,286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111,833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+63.4%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170,989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-172,378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1,176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94,088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-17,912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-16.0%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1,329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66,450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-56,050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-45.8%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58,742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-31,258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-34.7%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43,740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-47,460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1,752,643 | P&amp;L Rs 25,470 (+1.5%) | Sharpe -0.43 | Vol 17.6% | VaR95 -1.79%/day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