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03 Aug 2026 20:00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16A / 16G   |   60.9% above 200DMA   |   Portfolio Rs 1,703,978 (-1.4%)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+4.6%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+4.4%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+3.3%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ICICIBANK.NS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+2.6%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+2.1%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-6.4%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JPY=X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-2.2%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-0.9%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SOL-USD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-0.6%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655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Bank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62,486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596,058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23,718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392,682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173,285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+79.0%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294,669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118,198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+67.0%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153,196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-190,208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-55.4%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94,400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-15.7%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+4.4%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61,842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-28,158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-31.3%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+4.6%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45,180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-46,020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+0.7%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1,703,978 | P&amp;L Rs -23,334 (-1.4%) | Sharpe -0.45 | Vol 17.66% | VaR95 -1.82%/day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