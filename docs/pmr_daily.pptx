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04 Sep 2026 08:49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10R / 21A / 15G   |   60.9% above 200DMA   |   Portfolio Rs 1,926,452 (+12.3%)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+3.3%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+2.9%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-2.4%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81,145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766,614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199,764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4,523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427,273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209,980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+96.6%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307,006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132,227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169,609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-170,501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90,424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-21,576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65,125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-57,375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58,003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-31,997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-35.5%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42,399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-48,801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1,926,452 | P&amp;L Rs 211,721 (+12.3%) | Sharpe 0.12 | Vol 19.57% | VaR95 -1.91%/day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