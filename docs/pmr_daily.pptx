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18 Aug 2026 07:23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12A / 19G   |   58.7% above 200DMA   |   Portfolio Rs 1,765,924 (+2.2%)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+14.3%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XLK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AMZN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-3.4%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^HSI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393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64,334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614,066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41,364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426,672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207,137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+94.3%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291,687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115,104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+65.2%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171,818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-171,803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93,536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-18,464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59,025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-30,975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43,620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-47,580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1,765,924 | P&amp;L Rs 37,783 (+2.2%) | Sharpe -0.4 | Vol 17.66% | VaR95 -1.79%/day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