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Praveen · Moulya · Risha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16 Jul 2026 11:51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Market tone: RISK-OFF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20R / 11A / 16G   ·   68.1% above 200DMA   ·   Portfolio ₹517,773 (-70.6%)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—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HDFCBANK.NS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+20.2%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^STI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+12.3%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SENSEX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^BSESN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+9.5%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HG=F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-20.6%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-15.0%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^GSPC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-10.5%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^N225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-9.9%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7-10Y Treasury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IEF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-9.2%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6024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—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+41.6%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+35.3%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+23.6%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+19.4%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+8.9%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+31.6%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+10.0%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20Y+ Treasury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+13.2%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+10.6%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+3.9%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+18.7%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3M momentum +21.0%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97.93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₹373,159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₹20,601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+5.8%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₹86,076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₹-95,100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₹27,013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₹-198,233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-88.0%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174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₹8,725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₹-113,775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-92.9%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₹8,020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₹-83,180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-91.2%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92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₹7,332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₹-104,668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-93.5%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₹4,781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₹-582,816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-99.2%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₹2,668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₹-87,332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-97.0%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-0.3%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₹517,773 · P&amp;L ₹-1,244,504 (-70.6%) · Sharpe 1.19 · Vol 19.49% · VaR95 -2.0%/day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