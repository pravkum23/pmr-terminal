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Monday, 21 Sep 2026 08:53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12R / 17A / 17G   |   56.5% above 200DMA   |   Portfolio Rs 1,940,136 (+11.9%)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+10.5%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SOL-USD · AMBER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+9.2%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ETH-USD · AMBER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+9.1%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AAPL · 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+6.1%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BHARTIARTL.NS · 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+4.5%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-12.3%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ICICIBANK.NS · AMBER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-7.9%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^CNXIT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-7.5%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INFY.NS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-7.3%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Reliance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RELIANCE.NS · AMBER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-4.0%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13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Nasdaq 100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95.86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81,670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782,914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207,736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+36.1%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4,409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422,622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202,137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+91.7%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322,224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144,878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+81.7%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222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170,460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-174,647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-50.6%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1,051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84,112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-27,888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-24.9%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1,226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61,320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-61,180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-49.9%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2,105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52,625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-37,375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-41.5%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731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43,860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-47,340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-51.9%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1,940,136 | P&amp;L Rs 206,320 (+11.9%) | Sharpe 0.08 | Vol 19.93% | VaR95 -1.92%/day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