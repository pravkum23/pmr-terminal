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15 Oct 2026 09:15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15A / 17G   |   54.3% above 200DMA   |   Portfolio Rs 1,916,132 (+11.0%)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+8.9%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NG=F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-3.1%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81,574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777,295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205,572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+36.0%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397,310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178,149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326,797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150,516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168,696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-174,337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87,040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-24,960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58,730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-63,770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-32,378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42,642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-48,558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1,916,132 | P&amp;L Rs 190,233 (+11.0%) | Sharpe 0.77 | Vol 18.41% | VaR95 -1.67%/day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